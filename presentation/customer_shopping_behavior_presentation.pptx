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7.xml"/><Relationship Id="rId1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Retail Customer Shopping Behavior &amp; Loyalty Analytics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Python, PostgreSQL, SQL &amp; Power BI | 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generate more than double the total revenue of female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3.9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Gloves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3.8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Sandals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3.8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Boots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$60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about 3.5%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$59.49</a:t>
            </a:r>
            <a:endParaRPr lang="en-US" sz="4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Avg Spend (Subscribers)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vs $59.87 for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</a:t>
            </a:r>
            <a:endParaRPr lang="en-US" sz="4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28%</a:t>
            </a:r>
            <a:endParaRPr lang="en-US" sz="44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Repeat Buyer Share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among 5+ purchase customers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2025-10-14T02:52:14Z</dcterms:created>
  <dcterms:modified xsi:type="dcterms:W3CDTF">2025-10-14T02:52:14Z</dcterms:modified>
</cp:coreProperties>
</file>